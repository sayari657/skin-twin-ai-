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4A90E2"/>
                </a:solidFill>
              </a:defRPr>
            </a:pPr>
            <a:r>
              <a:t>Skin-Twin-AI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Application intelligente d'analyse dermatologique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Recommandations personnalisées de soins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Powered by AI &amp;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4A90E2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Skin-Twin-AI révolutionne les soins de la peau grâce à l'intelligence artificielle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Analyse précise de votre peau en quelques secondes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Recommandations personnalisées basées sur votre profil unique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Assistant IA conversationnel disponible 24/7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4A90E2"/>
                </a:solidFill>
              </a:defRPr>
            </a:pPr>
            <a:r>
              <a:t>La Problématique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Difficulté à identifier son type de peau précisément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Manque d'accès à des conseils dermatologiques professionnels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Surcharge d'informations contradictoires sur internet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Produits cosmétiques mal adaptés = résultats décevants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Coût élevé des consultations dermatologiques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4A90E2"/>
                </a:solidFill>
              </a:defRPr>
            </a:pPr>
            <a:r>
              <a:t>Notre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Analyse instantanée de la peau via photo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Détection automatique des problèmes cutanés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Recommandations de produits personnalisées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Assistant IA pour conseils en temps réel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Suivi de l'évolution de votre peau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4A90E2"/>
                </a:solidFill>
              </a:defRPr>
            </a:pPr>
            <a:r>
              <a:t>Vue d'Ensemble de l'Application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Frontend React + TypeScript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Backend Django REST Framework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5 Modèles de Machine Learning intégrés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API IA conversationnelle (Groq/Gemini)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Système de recommandation intelligent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Dashboard avec statistiques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4A90E2"/>
                </a:solidFill>
              </a:defRPr>
            </a:pPr>
            <a:r>
              <a:t>Fonctionnalités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🤖 Assistant IA conversationnel avec Groq API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🎤 Reconnaissance vocale pour interagir avec le chat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📸 Analyse de peau via upload d'images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📊 Dashboard avec statistiques et graphiques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💬 Système de témoignages utilisateurs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🔐 Authentification JWT sécurisée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4A90E2"/>
                </a:solidFill>
              </a:defRPr>
            </a:pPr>
            <a:r>
              <a:t>Analyse de Peau Avancée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Classification du type de peau (Sèche, Normale, Grasse)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Détection de l'acné avec niveau de sévérité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Identification des rides et signes de vieillissement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Détection des taches sombres et hyperpigmentation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Analyse des rougeurs et irritations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Image annotée avec zones détectées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4A90E2"/>
                </a:solidFill>
              </a:defRPr>
            </a:pPr>
            <a:r>
              <a:t>Modèles de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CNN (Convolutional Neural Network) pour classification du type de peau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YOLOv8 pour détection d'objets (acné, rides, taches)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Modèles de segmentation pour zones précises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5 modèles intégrés fonctionnant en parallèle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Précision élevée grâce à l'entraînement sur grandes bases de données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4A90E2"/>
                </a:solidFill>
              </a:defRPr>
            </a:pPr>
            <a:r>
              <a:t>Architecture 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React 18+ avec TypeScript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Material-UI (MUI) pour l'interface moderne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React Router pour la navigation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Axios pour les appels API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Web Speech API pour la reconnaissance vocale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Design responsive et mobile-first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4A90E2"/>
                </a:solidFill>
              </a:defRPr>
            </a:pPr>
            <a:r>
              <a:t>Architecture 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Django 5.2.6 + Django REST Framework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SQLite pour le développement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MySQL pour la production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JWT Authentication pour la sécurité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Architecture modulaire (chat_ai, detection, users, products)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API RESTful complète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4A90E2"/>
                </a:solidFill>
              </a:defRPr>
            </a:pPr>
            <a:r>
              <a:t>Assistant IA Conversationnel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Intégration avec Groq API (Llama 3.1)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Support pour Gemini AI et Ollama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Contexte utilisateur intégré (âge, type de peau, historique)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Recommandations de routines personnalisées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Explications détaillées des ingrédients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Réponses en français naturel et professionnel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4A90E2"/>
                </a:solidFill>
              </a:defRPr>
            </a:pPr>
            <a:r>
              <a:t>Système de Recommandation Intelligent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Algorithme de scoring multi-critères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Matching basé sur le type de peau détecté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Adaptation aux problèmes cutanés identifiés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Diversification des sources de produits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Score de confiance pour chaque recommandation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Base de données de produits scrapés automatiquement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4A90E2"/>
                </a:solidFill>
              </a:defRPr>
            </a:pPr>
            <a:r>
              <a:t>Technologies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PyTorch 2.0+ pour les modèles CNN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Ultralytics YOLOv8 pour la détection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OpenCV pour le traitement d'images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scikit-learn pour le preprocessing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XGBoost pour les modèles de scoring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TensorFlow pour les modèles GAN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4A90E2"/>
                </a:solidFill>
              </a:defRPr>
            </a:pPr>
            <a:r>
              <a:t>MLOps et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MLflow pour le Model Registry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Monitoring en production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Pipelines de training automatisés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Détection de dérive des données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Versioning des données avec DVC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CI/CD avec GitHub Actions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4A90E2"/>
                </a:solidFill>
              </a:defRPr>
            </a:pPr>
            <a:r>
              <a:t>Sécurité et Authentification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JWT (JSON Web Tokens) pour l'authentification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Chiffrement des données sensibles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Validation des uploads d'images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Protection CSRF intégrée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Gestion sécurisée des clés API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Conformité RGPD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4A90E2"/>
                </a:solidFill>
              </a:defRPr>
            </a:pPr>
            <a:r>
              <a:t>Dashboard Utilisateur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Historique complet des analyses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Graphiques d'évolution de la peau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Statistiques de suivi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Comparaison avant/après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Métriques de confiance des prédictions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Visualisation des recommandations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4A90E2"/>
                </a:solidFill>
              </a:defRPr>
            </a:pPr>
            <a:r>
              <a:t>Cas d'Usage: Traitement de l'Acné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Détection automatique de l'acné et sévérité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Recommandation de produits avec acide salicylique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Routine personnalisée matin/soir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Suivi de l'évolution sur plusieurs semaines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Conseils adaptés selon le type de peau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Prévention des cicatrices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4A90E2"/>
                </a:solidFill>
              </a:defRPr>
            </a:pPr>
            <a:r>
              <a:t>Cas d'Usage: Soins Anti-âge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Détection des rides et signes de vieillissement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Recommandation de produits avec rétinol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Routine avec vitamine C le matin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Protection solaire quotidienne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Suivi de l'amélioration de la texture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Conseils adaptés à l'âge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4A90E2"/>
                </a:solidFill>
              </a:defRPr>
            </a:pPr>
            <a:r>
              <a:t>Cas d'Usage: Taches Pigmentaires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Détection de l'hyperpigmentation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Recommandation de produits éclaircissants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Routine avec acide azélaïque et niacinamide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Importance de la protection solaire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Suivi de la réduction des taches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Prévention de nouvelles taches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4A90E2"/>
                </a:solidFill>
              </a:defRPr>
            </a:pPr>
            <a:r>
              <a:t>Interface Utilisateur Moderne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Design épuré et intuitif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Thème médical professionnel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Navigation fluide entre les sections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Upload d'images par glisser-déposer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Chat en temps réel avec l'IA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Visualisations interactives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4A90E2"/>
                </a:solidFill>
              </a:defRPr>
            </a:pPr>
            <a:r>
              <a:t>Base de Données de Produits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Scraping automatique de sites e-commerce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Plus de 1000 produits référencés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Informations détaillées (ingrédients, prix, taille)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Catégorisation intelligente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Mise à jour régulière automatique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Filtrage par type de peau et problèmes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4A90E2"/>
                </a:solidFill>
              </a:defRPr>
            </a:pPr>
            <a:r>
              <a:t>Performance et Scalabilité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Temps d'analyse &lt; 5 secondes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Optimisation des modèles ML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Cache des résultats fréquents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Architecture modulaire et extensible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Support Docker pour déploiement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Prêt pour la production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4A90E2"/>
                </a:solidFill>
              </a:defRPr>
            </a:pPr>
            <a:r>
              <a:t>Déploiement avec Docker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Docker Compose pour orchestration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Conteneurs séparés frontend/backend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Configuration d'environnement simplifiée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Scripts de démarrage automatique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Documentation complète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Export et partage facilités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4A90E2"/>
                </a:solidFill>
              </a:defRPr>
            </a:pPr>
            <a:r>
              <a:t>API REST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/api/auth/ - Authentification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/api/detection/analyze/ - Analyse de peau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/api/chat/ - Assistant IA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/api/recommendations/ - Recommandations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/api/products/ - Gestion produits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/api/users/ - Profil utilisateur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4A90E2"/>
                </a:solidFill>
              </a:defRPr>
            </a:pPr>
            <a:r>
              <a:t>Tests et Assurance Qualité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Tests unitaires avec pytest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Tests d'intégration Django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Validation des modèles ML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Tests de performance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Validation des données utilisateur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Monitoring des erreurs en production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4A90E2"/>
                </a:solidFill>
              </a:defRPr>
            </a:pPr>
            <a:r>
              <a:t>Statistiques et Métriques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Suivi du nombre d'analyses effectuées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Taux de précision des prédictions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Temps moyen de traitement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Satisfaction utilisateur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Taux de conversion des recommandations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Performance des modèles ML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4A90E2"/>
                </a:solidFill>
              </a:defRPr>
            </a:pPr>
            <a:r>
              <a:t>Roadmap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Application mobile iOS/Android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Intégration de plus de modèles ML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Reconnaissance faciale avancée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Partage social des résultats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Programme de fidélité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Partenariats avec marques cosmétiques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4A90E2"/>
                </a:solidFill>
              </a:defRPr>
            </a:pPr>
            <a:r>
              <a:t>Avantages Concurrentiels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5 modèles ML intégrés (vs 1-2 pour concurrents)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Assistant IA conversationnel avancé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Recommandations ultra-personnalisées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Interface moderne et intuitive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Gratuit et accessible à tous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Open source et extensible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4A90E2"/>
                </a:solidFill>
              </a:defRPr>
            </a:pPr>
            <a:r>
              <a:t>Impact et Bénéfices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Démocratisation des soins dermatologiques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Économies pour les utilisateurs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Meilleure compréhension de sa peau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Choix de produits plus éclairés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Prévention des problèmes cutanés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Amélioration de la confiance en soi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4A90E2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Skin-Twin-AI combine IA et dermatologie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Solution complète et accessible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Technologie de pointe au service de tous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Évolution continue grâce au feedback utilisateurs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Rejoignez la révolution des soins de la peau intelligents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4A90E2"/>
                </a:solidFill>
              </a:defRPr>
            </a:pPr>
            <a:r>
              <a:t>Remerciements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Groq pour l'API IA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Material-UI pour les composants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Django et React communities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Ultralytics pour YOLOv8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Tous les contributeurs open source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Merci de votre attention !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4A90E2"/>
                </a:solidFill>
              </a:defRPr>
            </a:pPr>
            <a:r>
              <a:t>Contact et Ressources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GitHub: github.com/skin-twin-ai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Documentation complète disponible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Guide de démarrage rapide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Support technique disponible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Développé par Mohamed Sayari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• Licence MIT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